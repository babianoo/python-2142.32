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4704" y="690372"/>
            <a:ext cx="1779543" cy="1819656"/>
          </a:xfrm>
          <a:prstGeom prst="roundRect">
            <a:avLst>
              <a:gd name="adj" fmla="val 5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872" y="891540"/>
            <a:ext cx="1377207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 · SCHOOL OF TECHNOLOGY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803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 II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94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4 · Recursion, Modules &amp; Tuples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palindromes · GCD · Fibonacci · modules · files · tuples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miavich@cu.edu.ge   ·   Scientific Cyber Security 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Recursion, Modules &amp; Tuples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across files, and the first structured data type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palindrome check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isPal(s) that returns True if the list/string s is a palindrome.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character (or empty) is a palindrome; otherwise the first and last must match and the middle must also be a palindrome.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+ slicing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isPal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isPal(s):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len(s) &lt;= 1: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s[0] == s[-1] and isPal(s[1:-1])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isPal(toChars(s))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Greatest common divisor — iterative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Greatest common divisor — iterative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gcdIter(a, b):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b: positive integers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 a positive integer, the greatest common divisor of a &amp; b.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min(a, b)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 &gt;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 % c) == 0 and (b % c) ==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 -= 1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Greatest common divisor — recursive (Euclid)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Greatest common divisor — recursive (Euclid)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gcdRecur(a, b):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Base case is when b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Recursive case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gcdRecur(b, a % b)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Euclid's algorithm — the idea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= 64, b = 48.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= 48 × 1 + 16   →   remainder 16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= 16 × 3 + 0    →   remainder 0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remainder becomes 0, the last divisor (16) is the GCD.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Recursively: gcd(a, b) = gcd(b, a % b), with base case gcd(a, 0) = 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with multiple base cases — Fibonacci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of Pisa (aka Fibonacci) modelled the following challenge: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newborn pair of rabbits (one female, one male) is put in a pen.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Rabbits mate at the age of one month; gestation is one month.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rabbits never die and every female produces one new pair each month from its second month on.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female rabbits are there at the end of one year?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— base &amp; recursive cases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month 0 → 1 female. After month 1 → still 1 female (now pregnant).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general: females(n) = females(n-1) + females(n-2).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cases: females(0) = 1, females(1) = 1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females(n) = females(n-1) + females(n-2)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1, 1, 2, 3, 5, 8, 13, …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— recursive code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— recursive code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fib(x):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"""assumes x an int &gt;=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returns Fibonacci of x"""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== 0 or x == 1: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fib(x-1) + fib(x-2)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code across reusable files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module — circle.py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module — circle.py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file circle.py contains: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area(radius):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pi*(radius**2)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circumference(radius):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2*pi*radius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and using a module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and using a module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circle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print(pi)                       # 3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print(circle.pi)                # 3.14159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print(circle.area(3))           # 28.27431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print(circle.circumference(3))  # 18.849539999999998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importing styles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importing styles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we don't want to prefix names with the module,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the names don't collide with other bindings: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circle import *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print(pi)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print(area(3))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— writing to a file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— writing to a file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nameHandle = open('kids', 'w')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range(2):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input('Enter name: 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nameHandle.write(name + '\n')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nameHandle.close()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 sequences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sequence of elements, can mix element types.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cannot change element values.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with parentheses:  te = () ;  t = (2, "one", 3)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t[0] → 2 ;  (2,"one",3) + (5,6) → (2,"one",3,5,6)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t[1:2] → ("one",) ;  t[1:3] → ("one",3)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t[1] = 4 → error, can't modify the object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 — swapping variables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Conveniently used to swap variable values.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 x = y ; y = x   (loses the old x)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Works:  temp = x ; x = y ; y = temp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Pythonic:  (x, y) = (y, x)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multiple values with a tuple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multiple values with a tuple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quotient_and_remainder(x, y):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x//y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x%y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(q, r)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(quot, rem) = quotient_and_remainder(4, 5)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over tuples — get_data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over tuples — get_data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get_data(aTuple):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nums = 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words = 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 in aTuple: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nums = nums + (t[0],)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t[1] not in words: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words = words + (t[1],)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min_nums = min(nums)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max_nums = max(nums)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unique_words = len(words)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(min_nums, max_nums, unique_words)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oddTuples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procedure called oddTuples, which takes a tuple as input and returns a new tuple as output, where every other element of the input tuple is copied, starting with the first one.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if test is the tuple ('I', 'am', 'a', 'test', 'tuple'), then evaluating oddTuples on this input would return the tuple ('I', 'a', 'tuple').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— immutability and iteration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oddTuples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oddTuples(aTup):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newTup = 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index in aTup: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i%2 ==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newTup += (index,)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+=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newTup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Code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oddTuples((2, 2, 15, 18, 20))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link with the webbrowser module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standard-library webbrowser module can open URLs in the user's default browser.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helper open_report(url) that opens a security report page automatically after a scan finishes.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webbrowser — a standard-library module (ties into Project SentinelAI)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using the webbrowser module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webbrowser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open_report(url):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"""Open a report URL in the default browser."""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print('Opening report:', url)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webbrowser.open(url)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open_report('https://cu.edu.ge')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scan results as immutable tuples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scan produces records like (ip, port, service).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several results in a list of tuples, then loop over them to print only the open web ports (80 or 443).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perfect here: a finished scan record should not change.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— immutable records for scan data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4 — Modules &amp; Tuples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iterating scan records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= [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('10.0.0.5', 22, 'ssh'),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('10.0.0.5', 80, 'http'),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('10.0.0.7', 443, 'https'),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('10.0.0.7', 3306, 'mysql'),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(ip, port, service) in scan: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port in (80, 443):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print('Web service on', ip, '-&gt;', service)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MEETING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Recursion, reusable modules, and immutable tuple records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Caucasus University — School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Prof. Maksim Iavich</dc:creator>
  <cp:lastModifiedBy>Prof. Maksim Iavich</cp:lastModifiedBy>
  <cp:revision>1</cp:revision>
  <dcterms:created xsi:type="dcterms:W3CDTF">2026-09-04T16:20:29Z</dcterms:created>
  <dcterms:modified xsi:type="dcterms:W3CDTF">2026-09-04T16:20:29Z</dcterms:modified>
</cp:coreProperties>
</file>