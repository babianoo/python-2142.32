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4704" y="690372"/>
            <a:ext cx="1779543" cy="1819656"/>
          </a:xfrm>
          <a:prstGeom prst="roundRect">
            <a:avLst>
              <a:gd name="adj" fmla="val 5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872" y="891540"/>
            <a:ext cx="1377207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14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 · SCHOOL OF TECHNOLOGY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803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 II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94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1 · Loops &amp; Iterative Algorithms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/ while · guess-and-check · bisection search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miavich@cu.edu.ge   ·   Scientific Cyber Security 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&amp; Iterative Algorithms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problems by repeating a controlled step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occurrences of 'bob'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prints the number of times the string 'bob' occurs in s.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if s = 'azcbobobegghakl', then your program should print 2.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— string slicing inside a loop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counting 'bob'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'azcbobobegghakl'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numBobs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len(s)-1):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s[i-1:i+2] == 'bob':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numBobs +=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print('Number of times bob occurs is:', numBobs)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Longest substring in alphabetical order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prints the longest substring of s in which the letters occur in alphabetical order.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if s = 'azcbobobegghakl', then your program should print: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substring in alphabetical order is: beggh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— comparing adjacent characters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longest ordered substring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'azcbobobegghakl'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= s[0]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''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len(s)):    # have s[0] so compare to s[1]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len(test) &gt; len(best):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best = test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s[n] &gt;= s[n-1]: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 = test + s[n]    # add s[n] if greater or equal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        # otherwise start a new run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 = s[n]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print("Longest substring in alphabetical order is:", best)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Guess-and-check with loops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enumeration: try every candidate answer until one works.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repeats while a condition is true; a for loop repeats over a range.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these ideas below to compute squares and cube roots step by step.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each time: what is the stopping condition?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a square with a while loop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while loop and repeated addition, compute x·x for x = 3.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 in the form  3*3 = 9.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with while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x by itself using repeated addition.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11091672" cy="4343400"/>
          </a:xfrm>
          <a:prstGeom prst="roundRect">
            <a:avLst>
              <a:gd name="adj" fmla="val 1684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48256"/>
            <a:ext cx="10634472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itersLeft = x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(itersLeft != 0):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ans + x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itersLeft = itersLeft - 1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print(str(x) + '*' + str(x) + ' = ' + str(ans))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 root with a while loop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an integer and find its cube root by counting up with a while loop.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number is not a perfect cube, print that it is not one.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 root (while)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int(input('Enter an integer: '))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ans**3 &lt; x: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ans + 1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ans**3 != x: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print(str(x) + ' is not a perfect cube')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print('Cube root of ' + str(x) + ' is ' + str(ans))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 root for negatives too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cube-root finder so it also works for negative integers using abs().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sign of the answer at the end.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 root, positive &amp; negative (while)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int(input('Enter an integer: '))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ans**3 &lt; abs(x):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ans + 1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ans**3 != abs(x):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print(str(x) + ' is not a perfect cube')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0: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ans = - ans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print('Cube root of ' + str(x) + ' is ' + str(ans))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 root with a for loop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cube root of 27 by trying each candidate guess in a range with a for loop.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 root with a for loop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 = 27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guess in range(cube+1):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guess**3 == cube: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print("Cube root of", cube, "is", guess)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a cube root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the cube root of 27 to within epsilon = 0.01 by stepping a tiny increment.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guesses it takes.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solution — cube root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forward by a tiny increment until close enough.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11091672" cy="4343400"/>
          </a:xfrm>
          <a:prstGeom prst="roundRect">
            <a:avLst>
              <a:gd name="adj" fmla="val 1684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48256"/>
            <a:ext cx="10634472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cube = 27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= 0.01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 = 0.0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 = 0.0001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num_guesses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abs(guess**3 - cube) &gt;= epsilon: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+= increment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num_guesses +=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print('num_guesses =', num_guesses)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print(str(guess) + ' is close to the cube root of ' + str(cube))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Bisection search convergence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shrinks by half each guess: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guess:  N/2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guess: N/4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g-th guess:   N / 2^g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converges on the order of log₂N steps.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works when the value of the function varies monotonically with the input.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 shown only works for positive cubes &gt; 1 — why?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modify to work with negative cubes, and with x &lt; 1.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root by bisection search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the square root of 25 to within epsilon using bisection search.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search interval [low, high] each step.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square root by bisection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25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= 0.01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numGuesses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= 1.0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x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(high + low)/2.0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abs(ans**2 - x) &gt;= epsilon: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print('low = ' + str(low) + ' high = ' + str(high) + ' ans = ' + str(ans))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numGuesses +=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ans**2 &lt; x: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low = ans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high = ans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(high + low)/2.0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print('numGuesses = ' + str(numGuesses))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print(str(ans) + ' is close to square root of ' + str(x))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failed logins in a log line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one line from an authentication log in the string log.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loop, count how many times the alert keyword 'FAILED' appears.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spike of failures can signal a brute-force attack — print a warning if there are 3 or more.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(loops, split) — first step toward log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scanning a log line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= 'OK FAILED OK OK FAILED FAILED OK FAILED'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= 'FAILED'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log.split(' '):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word == alert: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print('FAILED attempts detected:', count)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count &gt;= 3: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print('Warning: possible brute-force attempt!')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a 4-digit PIN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first: only run this against a device or account you own or are authorized to test.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every PIN from 0000 to 9999 and stop as soon as it matches the secret.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guesses were needed — this shows why short PINs are weak.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(for, range, zfill) — brute-force intuition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1 — Loops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exhaustive PIN search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'0427'            # imagine this value is unknown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= None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guesses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range(10000):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pin = str(n).zfill(4)  # 0 -&gt; '0000', 42 -&gt; '0042'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guesses +=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pin == secret: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found = pin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print('Cracked PIN:', found)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print('Guesses needed:', guesses)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 4-digit PIN has only 10,000 combinations - too few!')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MEETING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power everything from math to security automation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Caucasus University — School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Prof. Maksim Iavich</dc:creator>
  <cp:lastModifiedBy>Prof. Maksim Iavich</cp:lastModifiedBy>
  <cp:revision>1</cp:revision>
  <dcterms:created xsi:type="dcterms:W3CDTF">2026-09-04T16:20:29Z</dcterms:created>
  <dcterms:modified xsi:type="dcterms:W3CDTF">2026-09-04T16:20:29Z</dcterms:modified>
</cp:coreProperties>
</file>